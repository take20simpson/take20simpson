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methode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est inclus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Garantie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Investissement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e20simpson/fa0bf6f2-5ddb-502e-91da-a058c2162303/scratchpad/pitch_deck/final-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 ton audience LinkedIn en clients</dc:title>
  <dc:subject>PptxGenJS Presentation</dc:subject>
  <dc:creator>Matthias</dc:creator>
  <cp:lastModifiedBy>Matthias</cp:lastModifiedBy>
  <cp:revision>1</cp:revision>
  <dcterms:created xsi:type="dcterms:W3CDTF">2026-09-17T12:22:18Z</dcterms:created>
  <dcterms:modified xsi:type="dcterms:W3CDTF">2026-09-17T12:22:18Z</dcterms:modified>
</cp:coreProperties>
</file>